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389376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389376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389376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389376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Target strategy consists of four key elements: Vision and mission, strategic pillars, strategic objectives &amp; KPIs and strategic initiatives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380763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345A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itchFamily="34" charset="0"/>
                <a:sym typeface="Century Gothic" panose="020B0502020202020204" pitchFamily="34" charset="0"/>
              </a:rPr>
              <a:t>Strategy components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6090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Strategic Objectives &amp; KPIs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613139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Strategic Pillars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611108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2165604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Vision &amp; Mission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613139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Strategic Initiatives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598634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345A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Vision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9619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describing the future aspired state for Target in Saudi Arabia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345A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Mission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articulates Company’s strategic purpose, highlighting what it aims to achieve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6598634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Prioritized and actionable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9B0C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Strategic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9B0C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9B0C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Initiatives,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owned by Company, providing a detailed roadmap for the achievement of the strategic objectives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590819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3A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Strategic objectives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mapped to the pillars highlighting Company’s priorities to be achieved under each pillar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3A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KPIs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are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distributed across objectives to enable and track their realization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6598634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3AF">
                    <a:lumMod val="7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Strategic pillars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" panose="020F0502020204030204" pitchFamily="34" charset="0"/>
              </a:rPr>
              <a:t>cover key themes and focus areas of Company’s strategy to realize the intended vision and mission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331416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6287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56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60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