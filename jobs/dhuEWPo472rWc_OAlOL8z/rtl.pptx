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3389376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3389376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3389376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3389376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pPr algn="r" rtl="1"/>
            <a:r>
              <a:rPr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380763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609077" y="43395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613139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611108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2165604" y="2275228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613139" y="5438154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6598634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6598634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6590819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6598634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331416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36287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156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600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