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365186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2391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329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626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