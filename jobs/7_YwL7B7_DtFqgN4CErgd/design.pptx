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11891001" y="609362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11891001" y="799545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11891001" y="419179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11891001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380763" y="1224697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6305323" y="5142708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6309385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20392626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20392626" y="3998407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6309385" y="7044538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20392626" y="3093155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20392626" y="7437699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20392626" y="584796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20392626" y="5465930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392626" y="4614599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92626" y="6602404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2626" y="5077532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2626" y="7057064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