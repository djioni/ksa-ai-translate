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80999" y="798189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80999" y="988372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80999" y="608006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80999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solidFill/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>
                <a:solidFill>
                  <a:srgbClr val="15345A"/>
                </a:solidFill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5966677" y="7030979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5962615" y="5129149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5960585" y="3093155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6948369" y="4512957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0D2A47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5962615" y="8932809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11108" y="3093155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15345A"/>
                </a:solidFill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536448" y="7030979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0000"/>
                </a:solidFill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17415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536448" y="3998407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410351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13753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384" y="6080064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540" y="6468462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