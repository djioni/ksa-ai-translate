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80999" y="798189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80999" y="988372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80999" y="6080064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80999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5966677" y="7030979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5962615" y="5129149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5960585" y="3093155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6948369" y="4512957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5962615" y="8932809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800">
                <a:solidFill>
                  <a:srgbClr val="FFFFFF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11108" y="3093155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536448" y="7030979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17415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536448" y="3998407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 sz="1200">
                <a:solidFill>
                  <a:srgbClr val="0073AF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410351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13753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384" y="6080064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540" y="6468462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