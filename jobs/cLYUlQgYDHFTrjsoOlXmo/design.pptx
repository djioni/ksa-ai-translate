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8882624" y="4340786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8882624" y="5440058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8882624" y="3241513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8882624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</a:xfrm>
        </p:spPr>
        <p:txBody>
          <a:bodyPr vert="horz"/>
          <a:lstStyle/>
          <a:p>
            <a:pPr algn="r" rtl="1"/>
            <a:r>
              <a:rPr>
                <a:solidFill/>
                <a:latin typeface="Noto Naskh Arabic"/>
              </a:rPr>
              <a:t>تتكوَّن الاستراتيجية من أربعة عناصر رئيسية: الرؤية والرسالة والركائز الاستراتيجية والأهداف الاستراتيجية ومؤشرات الأداء الرئيسية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4968477" y="1072746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15345A"/>
                </a:solidFill>
                <a:latin typeface="Noto Naskh Arabic"/>
              </a:rPr>
              <a:t>٣. المُخرَج: المكوِّنات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11662923" y="4339516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11658861" y="3240878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الركائز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17384249" y="1673353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17384249" y="2275228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11658861" y="5438154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17384249" y="1930626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15345A"/>
                </a:solidFill>
                <a:latin typeface="Noto Naskh Arabic"/>
              </a:rPr>
              <a:t>الرؤية تصف الحالة التي نتطلع أن يصل إليها في المملكة
الرسالة توضح الغرض الاستراتيجي، وتركز على الأهداف التي يسعى إلى تحقيقها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17384249" y="5719420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00000"/>
                </a:solidFill>
                <a:latin typeface="Noto Naskh Arabic"/>
              </a:rPr>
              <a:t>المبادرات الاستراتيجية المملوكة والمرتبة حسب الأولوية وقابلة للتنفيذ وتوفر خارطة طريق مفصلة لإنجاز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17384249" y="443025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الأهداف الاستراتيجية  وُضعت وفقًا للركائز التي بُنيت على أولويات المخصصة لكل ركيزة
مؤشرات الأداء الرئيسية التي تكون موزعة على الأهداف لتمكين تحقيقها وتتبعها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17384249" y="3536064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الركائز الاستراتيجية تغطي الموضوعات الرئيسية ومجالات التركيز في استراتيجية لتطوير الرؤية والرسالة 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7384249" y="2322322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384249" y="4587643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4249" y="3494481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4249" y="5702696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