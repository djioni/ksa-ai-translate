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تتكوَّن الاستراتيجية من أربعة عناصر رئيسية: الرؤية والرسالة والركائز الاستراتيجية والأهداف الاستراتيجية ومؤشرات الأداء الرئيسية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٣. المُخرَج: المكوِّنات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الركائز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الرؤية تصف الحالة التي نتطلع أن يصل إليها في المملكة
الرسالة توضح الغرض الاستراتيجي، وتركز على الأهداف التي يسعى إلى تحقيقها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المبادرات الاستراتيجية المملوكة والمرتبة حسب الأولوية وقابلة للتنفيذ وتوفر خارطة طريق مفصلة لإنجاز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الأهداف الاستراتيجية  وُضعت وفقًا للركائز التي بُنيت على أولويات المخصصة لكل ركيزة
مؤشرات الأداء الرئيسية التي تكون موزعة على الأهداف لتمكين تحقيقها وتتبعها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73AF"/>
                </a:solidFill>
                <a:latin typeface="Noto Naskh Arabic"/>
              </a:rPr>
              <a:t>الركائز الاستراتيجية تغطي الموضوعات الرئيسية ومجالات التركيز في استراتيجية لتطوير الرؤية والرسالة 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