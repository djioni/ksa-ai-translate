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798189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988372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608006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تتكوَّن الاستراتيجية من أربعة عناصر رئيسية: الرؤية والرسالة والركائز الاستراتيجية والأهداف الاستراتيجية ومؤشرات الأداء الرئيسية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solidFill>
                  <a:srgbClr val="15345A"/>
                </a:solidFill>
                <a:latin typeface="Noto Naskh Arabic"/>
              </a:rPr>
              <a:t>3. المُخرَج: المكوِّنات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7030979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5129149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الركائز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3093155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/>
                <a:latin typeface="Noto Naskh Arabic"/>
              </a:rPr>
              <a:t/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4512957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8932809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3093155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15345A"/>
                </a:solidFill>
                <a:latin typeface="Noto Naskh Arabic"/>
              </a:rPr>
              <a:t>الرؤية تصف الحالة التي نتطلع أن يصل إليها في المملكة
الرسالة توضح الغرض الاستراتيجي، وتركز على الأهداف التي يسعى إلى تحقيقها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7030979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0000"/>
                </a:solidFill>
                <a:latin typeface="Noto Naskh Arabic"/>
              </a:rPr>
              <a:t>المبادرات الاستراتيجية المملوكة والمرتبة حسب الأولوية وقابلة للتنفيذ وتوفر خارطة طريق مفصلة لإنجاز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الأهداف الاستراتيجية  وُضعت وفقًا للركائز التي بُنيت على أولويات المخصصة لكل ركيزة
مؤشرات الأداء الرئيسية التي تكون موزعة على الأهداف لتمكين تحقيقها وتتبعها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998407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الركائز الاستراتيجية تغطي الموضوعات الرئيسية ومجالات التركيز في استراتيجية لتطوير الرؤية والرسالة 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103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37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6080064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6468462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